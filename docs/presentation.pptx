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Tech Media RAG MVP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Интеллектуальный поиск и анализ статей технологических СМИ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Cloud.ru — AI-агент для поиска и анализа статей (MVP)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Проблема и цель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Статей много, поиск по ключевым словам не покрывает смыслы и контекст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Нужен агент: найти релевантные материалы, кратко резюмировать, дать ссылки на источники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ЦА: студенты и специалисты, потребляющие IT-контент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MVP функциональность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RAG-пайплайн: эмбеддинги запроса → поиск в Qdrant → генерация ответа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Аннотационное резюме с цитированием источников [n]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Фильтры: автор, дата, тематика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Доп. функции: рекомендации похожих публикаций; генерация вопросов/теста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Интерфейс: Telegram-бот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Архитектура (микросервисы)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telegram-bot-service: UI/диалоги, фильтры, RPC в rag-service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rag-service (GPU): retrieval + LLM summary/quiz/recommend (один CUDA-контекст)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indexer-service: CSV → чанки → эмбеддинги → Qdrant upsert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Транспорт: RabbitMQ RPC; Векторное хранилище: Qdrant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Этичность и безопасность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Точные ссылки на источники и запрет на 'галлюцинации' в промпте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Защита данных: минимизация логируемого текста, trace_id для трассировки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Аутентификация: Telegram user_id; Авторизация: allowlist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Service-to-service: API key в AMQP headers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Дальнейшее развитие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Reranker и гибридный поиск (dense+sparse/BM25)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Мультиязычность RU+EN, новые источники и дисциплины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Загрузка PDF/HTML, планировщик переиндексации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Кэширование и масштабирование компонентов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Tech Media RAG MVP</dc:creator>
  <cp:lastModifiedBy>Tech Media RAG MVP</cp:lastModifiedBy>
  <cp:revision>1</cp:revision>
  <dcterms:created xsi:type="dcterms:W3CDTF">2025-12-16T16:20:41Z</dcterms:created>
  <dcterms:modified xsi:type="dcterms:W3CDTF">2025-12-16T16:20:41Z</dcterms:modified>
</cp:coreProperties>
</file>